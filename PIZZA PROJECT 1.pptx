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9" r:id="rId3"/>
    <p:sldId id="258" r:id="rId4"/>
    <p:sldId id="260" r:id="rId5"/>
    <p:sldId id="263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1" d="100"/>
          <a:sy n="61" d="100"/>
        </p:scale>
        <p:origin x="109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4F1D13-6D3E-4EEC-A14E-E2ED6B1227C1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726A94-6464-4774-82B1-5DF5A6D65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0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726A94-6464-4774-82B1-5DF5A6D6546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572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67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7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676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00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08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5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9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22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27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92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3550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26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7991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854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9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0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CEE5F-9D41-4BC5-B7B8-E311BD0B771A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ACE44C0-2709-4A77-9D56-8DA718D37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2F073-5492-F5F1-56F5-F40BEE3F7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1479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INSIGHTS FROM PIZZA SALES DATA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BY</a:t>
            </a:r>
            <a:br>
              <a:rPr lang="en-US" dirty="0"/>
            </a:br>
            <a:r>
              <a:rPr lang="en-US" dirty="0"/>
              <a:t>ADEDEJI FIYINFOLUWA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NOVEMBER, 2025.</a:t>
            </a:r>
          </a:p>
        </p:txBody>
      </p:sp>
    </p:spTree>
    <p:extLst>
      <p:ext uri="{BB962C8B-B14F-4D97-AF65-F5344CB8AC3E}">
        <p14:creationId xmlns:p14="http://schemas.microsoft.com/office/powerpoint/2010/main" val="1809938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2F982-F114-B448-2297-99DC21894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18568-3834-50CF-B19C-950FF674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389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BE9C5-EF13-2337-DDE7-0D87B78FE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Pizza sales data was analyzed to find the quickest ways to make more money and run a smoother business.</a:t>
            </a:r>
          </a:p>
          <a:p>
            <a:endParaRPr lang="en-US" dirty="0"/>
          </a:p>
          <a:p>
            <a:r>
              <a:rPr lang="en-US" dirty="0"/>
              <a:t>The main focus was to find out the busiest times and to know the products that made the most money.</a:t>
            </a:r>
          </a:p>
        </p:txBody>
      </p:sp>
    </p:spTree>
    <p:extLst>
      <p:ext uri="{BB962C8B-B14F-4D97-AF65-F5344CB8AC3E}">
        <p14:creationId xmlns:p14="http://schemas.microsoft.com/office/powerpoint/2010/main" val="880704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B993C-13FA-86CF-F128-C7AF697B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KEY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F5C54CF-E81A-BF8F-8D45-6A3BB0187B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2799136"/>
              </p:ext>
            </p:extLst>
          </p:nvPr>
        </p:nvGraphicFramePr>
        <p:xfrm>
          <a:off x="677335" y="1475874"/>
          <a:ext cx="8596668" cy="3990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556">
                  <a:extLst>
                    <a:ext uri="{9D8B030D-6E8A-4147-A177-3AD203B41FA5}">
                      <a16:colId xmlns:a16="http://schemas.microsoft.com/office/drawing/2014/main" val="3661487266"/>
                    </a:ext>
                  </a:extLst>
                </a:gridCol>
                <a:gridCol w="2865556">
                  <a:extLst>
                    <a:ext uri="{9D8B030D-6E8A-4147-A177-3AD203B41FA5}">
                      <a16:colId xmlns:a16="http://schemas.microsoft.com/office/drawing/2014/main" val="2955496033"/>
                    </a:ext>
                  </a:extLst>
                </a:gridCol>
                <a:gridCol w="2865556">
                  <a:extLst>
                    <a:ext uri="{9D8B030D-6E8A-4147-A177-3AD203B41FA5}">
                      <a16:colId xmlns:a16="http://schemas.microsoft.com/office/drawing/2014/main" val="1088068678"/>
                    </a:ext>
                  </a:extLst>
                </a:gridCol>
              </a:tblGrid>
              <a:tr h="1010652">
                <a:tc>
                  <a:txBody>
                    <a:bodyPr/>
                    <a:lstStyle/>
                    <a:p>
                      <a:r>
                        <a:rPr lang="en-US" dirty="0"/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281552"/>
                  </a:ext>
                </a:extLst>
              </a:tr>
              <a:tr h="997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Total 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 $817,860.05 	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overall sales performance is very impressive.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205738"/>
                  </a:ext>
                </a:extLst>
              </a:tr>
              <a:tr h="927187">
                <a:tc>
                  <a:txBody>
                    <a:bodyPr/>
                    <a:lstStyle/>
                    <a:p>
                      <a:r>
                        <a:rPr lang="en-US" dirty="0"/>
                        <a:t>Total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21350	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business handles a significant volume of transactions.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317128"/>
                  </a:ext>
                </a:extLst>
              </a:tr>
              <a:tr h="1055147">
                <a:tc>
                  <a:txBody>
                    <a:bodyPr/>
                    <a:lstStyle/>
                    <a:p>
                      <a:r>
                        <a:rPr lang="en-US" dirty="0"/>
                        <a:t>Total Pizzas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49574	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 average of approximately 2 pizzas per order.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173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3836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3EE09-AF25-A76D-1627-3FE33EF0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PRODUCT PERFORMANCE AND CUSTOMER PREFERENCE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1DEA8-9B0E-1603-D8D6-1DC2F73FC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Identifying best and worst sellers is key to menu and pricing strategy.</a:t>
            </a:r>
          </a:p>
          <a:p>
            <a:endParaRPr lang="en-US" dirty="0"/>
          </a:p>
          <a:p>
            <a:r>
              <a:rPr lang="en-US" dirty="0"/>
              <a:t>Performance by Size : Large pizzas are the clear preference, accounting for approximately 46% of total sales revenue. </a:t>
            </a:r>
          </a:p>
          <a:p>
            <a:endParaRPr lang="en-US" dirty="0"/>
          </a:p>
          <a:p>
            <a:r>
              <a:rPr lang="en-US" dirty="0"/>
              <a:t>Dominant Category: The Classic Pizza Category contributes the highest percentage of total sales and volume of pizzas sold.</a:t>
            </a:r>
          </a:p>
        </p:txBody>
      </p:sp>
    </p:spTree>
    <p:extLst>
      <p:ext uri="{BB962C8B-B14F-4D97-AF65-F5344CB8AC3E}">
        <p14:creationId xmlns:p14="http://schemas.microsoft.com/office/powerpoint/2010/main" val="368014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CD5A7A7-D9D5-1065-39B5-1E0A0C68A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76" y="1477962"/>
            <a:ext cx="8544910" cy="390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44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36D3-7AF4-C442-9C69-C72B2A74A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AND WEEKLY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8DCA1-1747-3C91-DD2E-1B62E8272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Peak Days: Friday is the busiest day for orders, followed by Thursday and Saturday.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Slowest Days: Sunday and Monday have the lowest order volumes.</a:t>
            </a:r>
          </a:p>
          <a:p>
            <a:endParaRPr lang="en-US" dirty="0"/>
          </a:p>
          <a:p>
            <a:r>
              <a:rPr lang="en-US" dirty="0"/>
              <a:t>Hourly Peaks: Orders peak during the lunch rush (12 PM - 1 PM) and the dinner hours (5 PM - 6 PM).</a:t>
            </a:r>
          </a:p>
        </p:txBody>
      </p:sp>
    </p:spTree>
    <p:extLst>
      <p:ext uri="{BB962C8B-B14F-4D97-AF65-F5344CB8AC3E}">
        <p14:creationId xmlns:p14="http://schemas.microsoft.com/office/powerpoint/2010/main" val="4028693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AF53D1-10DD-2833-7AFE-E66128900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MONTHLY TREND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650C238-4FC9-D8D9-F07C-80C3DA569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Peak Months: Sales peak in the mid-year months, with July and May recording the highest number of orders.</a:t>
            </a:r>
          </a:p>
          <a:p>
            <a:endParaRPr lang="en-US" dirty="0"/>
          </a:p>
          <a:p>
            <a:r>
              <a:rPr lang="en-US" dirty="0"/>
              <a:t>Slow Months: October and September represent the slower sales periods of the year.</a:t>
            </a:r>
          </a:p>
        </p:txBody>
      </p:sp>
    </p:spTree>
    <p:extLst>
      <p:ext uri="{BB962C8B-B14F-4D97-AF65-F5344CB8AC3E}">
        <p14:creationId xmlns:p14="http://schemas.microsoft.com/office/powerpoint/2010/main" val="203053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2122049-0AD6-4FE0-6DB7-E533A1AB2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993" y="1008992"/>
            <a:ext cx="7882759" cy="495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120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251D1-8012-D984-9ACB-8214769BD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9297"/>
          </a:xfrm>
        </p:spPr>
        <p:txBody>
          <a:bodyPr/>
          <a:lstStyle/>
          <a:p>
            <a:r>
              <a:rPr lang="en-US" dirty="0"/>
              <a:t>BUSINESS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BAD0B-1C5A-5DAD-9408-265C526A8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02677"/>
            <a:ext cx="8596668" cy="4338686"/>
          </a:xfrm>
        </p:spPr>
        <p:txBody>
          <a:bodyPr/>
          <a:lstStyle/>
          <a:p>
            <a:r>
              <a:rPr lang="en-US" dirty="0"/>
              <a:t>Increase staffing and pre-prep capacity on Thursdays, Fridays, and Saturdays.</a:t>
            </a:r>
          </a:p>
          <a:p>
            <a:endParaRPr lang="en-US" dirty="0"/>
          </a:p>
          <a:p>
            <a:r>
              <a:rPr lang="en-US" dirty="0"/>
              <a:t> Always ensure an ample supply of Large-sized and Classic Category ingredients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Targeted promotions: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Implement specific deals on Sunday/Monday and targeted seasonal campaigns during September/October.</a:t>
            </a:r>
          </a:p>
        </p:txBody>
      </p:sp>
    </p:spTree>
    <p:extLst>
      <p:ext uri="{BB962C8B-B14F-4D97-AF65-F5344CB8AC3E}">
        <p14:creationId xmlns:p14="http://schemas.microsoft.com/office/powerpoint/2010/main" val="175980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DFD23-08F8-D388-B8BC-770655B60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88124"/>
          </a:xfrm>
        </p:spPr>
        <p:txBody>
          <a:bodyPr/>
          <a:lstStyle/>
          <a:p>
            <a:r>
              <a:rPr lang="en-US" dirty="0"/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E4158-9DC3-1941-1816-46662F409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Dynamic staffing will :</a:t>
            </a:r>
          </a:p>
          <a:p>
            <a:endParaRPr lang="en-US" dirty="0"/>
          </a:p>
          <a:p>
            <a:r>
              <a:rPr lang="en-US" dirty="0"/>
              <a:t>Reduce order wait times, minimize stock-outs, and capitalize fully on peak demand days.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Targeted promotions will also help :</a:t>
            </a:r>
          </a:p>
          <a:p>
            <a:endParaRPr lang="en-US" dirty="0"/>
          </a:p>
          <a:p>
            <a:r>
              <a:rPr lang="en-US" dirty="0"/>
              <a:t>Stimulate demand during historically slow days and months to stabilize revenue throughout the year.</a:t>
            </a:r>
          </a:p>
        </p:txBody>
      </p:sp>
    </p:spTree>
    <p:extLst>
      <p:ext uri="{BB962C8B-B14F-4D97-AF65-F5344CB8AC3E}">
        <p14:creationId xmlns:p14="http://schemas.microsoft.com/office/powerpoint/2010/main" val="485955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A7D7-9161-2A3F-419A-087ED78B1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30014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2DB73-1D1D-A798-B70F-678FDBBC8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39615"/>
            <a:ext cx="8596668" cy="37364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was discovered after analysis</a:t>
            </a:r>
          </a:p>
          <a:p>
            <a:endParaRPr lang="en-US" dirty="0"/>
          </a:p>
          <a:p>
            <a:r>
              <a:rPr lang="en-US" dirty="0"/>
              <a:t>The business is sustained by the weekend rush.</a:t>
            </a:r>
          </a:p>
          <a:p>
            <a:endParaRPr lang="en-US" dirty="0"/>
          </a:p>
          <a:p>
            <a:r>
              <a:rPr lang="en-US" dirty="0"/>
              <a:t>Large pizzas and Thai Chicken are the financial backbone.</a:t>
            </a:r>
          </a:p>
          <a:p>
            <a:endParaRPr lang="en-US" dirty="0"/>
          </a:p>
          <a:p>
            <a:r>
              <a:rPr lang="en-US" dirty="0"/>
              <a:t>Resources are being wasted on The Brie Carre Pizza.</a:t>
            </a:r>
          </a:p>
        </p:txBody>
      </p:sp>
    </p:spTree>
    <p:extLst>
      <p:ext uri="{BB962C8B-B14F-4D97-AF65-F5344CB8AC3E}">
        <p14:creationId xmlns:p14="http://schemas.microsoft.com/office/powerpoint/2010/main" val="202591737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2830</TotalTime>
  <Words>391</Words>
  <Application>Microsoft Office PowerPoint</Application>
  <PresentationFormat>Widescreen</PresentationFormat>
  <Paragraphs>59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Trebuchet MS</vt:lpstr>
      <vt:lpstr>Wingdings 3</vt:lpstr>
      <vt:lpstr>Facet</vt:lpstr>
      <vt:lpstr>INSIGHTS FROM PIZZA SALES DATA    BY ADEDEJI FIYINFOLUWA  NOVEMBER, 2025.</vt:lpstr>
      <vt:lpstr>INTRODUCTION</vt:lpstr>
      <vt:lpstr>SUMMARY AND KEY METRICS</vt:lpstr>
      <vt:lpstr>PRODUCT PERFORMANCE AND CUSTOMER PREFERENCE</vt:lpstr>
      <vt:lpstr>PowerPoint Presentation</vt:lpstr>
      <vt:lpstr>DAILY AND WEEKLY TRENDS</vt:lpstr>
      <vt:lpstr>MONTHLY TREND </vt:lpstr>
      <vt:lpstr>PowerPoint Presentation</vt:lpstr>
      <vt:lpstr>BUSINESS RECOMMENDATION</vt:lpstr>
      <vt:lpstr>EXPECTED OUTCOMES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Blossom Adedeji</dc:creator>
  <cp:lastModifiedBy>Blossom Adedeji</cp:lastModifiedBy>
  <cp:revision>2</cp:revision>
  <dcterms:created xsi:type="dcterms:W3CDTF">2025-11-03T23:06:02Z</dcterms:created>
  <dcterms:modified xsi:type="dcterms:W3CDTF">2025-11-10T21:56:44Z</dcterms:modified>
</cp:coreProperties>
</file>